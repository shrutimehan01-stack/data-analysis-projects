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90" autoAdjust="0"/>
  </p:normalViewPr>
  <p:slideViewPr>
    <p:cSldViewPr snapToGrid="0" snapToObjects="1">
      <p:cViewPr varScale="1">
        <p:scale>
          <a:sx n="72" d="100"/>
          <a:sy n="72" d="100"/>
        </p:scale>
        <p:origin x="17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0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2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0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8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1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3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5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1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9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2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7566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1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975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83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46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4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Sales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Shruti Mehan &amp; Rupali Grover</a:t>
            </a:r>
          </a:p>
          <a:p>
            <a:r>
              <a:t>St. Joseph’s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organizations use data analytics to understand sales performance and customer behavior.</a:t>
            </a:r>
          </a:p>
          <a:p>
            <a:r>
              <a:t>This project analyzes retail sales data using Excel and Python to generate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sales performance</a:t>
            </a:r>
          </a:p>
          <a:p>
            <a:r>
              <a:t>• Identify top product categories</a:t>
            </a:r>
          </a:p>
          <a:p>
            <a:r>
              <a:t>• Study customer behavior</a:t>
            </a:r>
          </a:p>
          <a:p>
            <a:r>
              <a:t>• Identify monthly and seasonal trends</a:t>
            </a:r>
          </a:p>
          <a:p>
            <a:r>
              <a:t>• Support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Excel:</a:t>
            </a:r>
          </a:p>
          <a:p>
            <a:r>
              <a:t>• Data cleaning</a:t>
            </a:r>
          </a:p>
          <a:p>
            <a:r>
              <a:t>• Pivot tables</a:t>
            </a:r>
          </a:p>
          <a:p>
            <a:r>
              <a:t>• Charts</a:t>
            </a:r>
          </a:p>
          <a:p>
            <a:endParaRPr/>
          </a:p>
          <a:p>
            <a:r>
              <a:t>Python:</a:t>
            </a:r>
          </a:p>
          <a:p>
            <a:r>
              <a:t>• Pandas &amp; NumPy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Transaction-level retail data including:</a:t>
            </a:r>
          </a:p>
          <a:p>
            <a:r>
              <a:t>• Customer details</a:t>
            </a:r>
          </a:p>
          <a:p>
            <a:r>
              <a:t>• Product category</a:t>
            </a:r>
          </a:p>
          <a:p>
            <a:r>
              <a:t>• Quantity sold</a:t>
            </a:r>
          </a:p>
          <a:p>
            <a:r>
              <a:t>• Unit price</a:t>
            </a:r>
          </a:p>
          <a:p>
            <a:r>
              <a:t>• Total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Corrected data types</a:t>
            </a:r>
          </a:p>
          <a:p>
            <a:r>
              <a:t>• Handled missing values</a:t>
            </a:r>
          </a:p>
          <a:p>
            <a:r>
              <a:t>• Removed duplicates</a:t>
            </a:r>
          </a:p>
          <a:p>
            <a:r>
              <a:t>• Created Total Sales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Visualization: Product Category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Electronics generated the highest sales followed by Clothing and Beauty.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FA43-0922-1078-BAAD-3D424FDB0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4" y="2794635"/>
            <a:ext cx="5542785" cy="3788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Gender-wise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Female customers contributed slightly higher total sales than male customers.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72DF0-BDCE-E3B5-9B25-11FC8F4FC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09" y="2860157"/>
            <a:ext cx="5845869" cy="3448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Age Group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and middle adulthood age groups contributed the most revenue.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53948-D7A0-EB0B-A4F5-62E5F646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21934"/>
            <a:ext cx="5785884" cy="3689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Quantity vs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Positive relationship observed between quantity sold and total sales.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30F0B-D7A3-D793-DDEE-1F36C5F1F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817627"/>
            <a:ext cx="5786504" cy="34910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Sales fluctuated across months indicating seasonal patterns.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B5068-6D62-6404-0D2B-B82F7AB2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19" y="2647506"/>
            <a:ext cx="5837629" cy="3478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Certain categories drive most revenue</a:t>
            </a:r>
          </a:p>
          <a:p>
            <a:r>
              <a:t>• Seasonal sales variation exists</a:t>
            </a:r>
          </a:p>
          <a:p>
            <a:r>
              <a:t>• Specific age groups contribute higher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data analysis experience</a:t>
            </a:r>
          </a:p>
          <a:p>
            <a:r>
              <a:t>• Improved data visualization skills</a:t>
            </a:r>
          </a:p>
          <a:p>
            <a:r>
              <a:t>• Practical use of Excel &amp;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sales analysis helps improve business decisions.</a:t>
            </a:r>
          </a:p>
          <a:p>
            <a:r>
              <a:t>Data-driven insights enhance performance and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257</Words>
  <Application>Microsoft Office PowerPoint</Application>
  <PresentationFormat>On-screen Show (4:3)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Retail Sales Analysis Project</vt:lpstr>
      <vt:lpstr>Introduction</vt:lpstr>
      <vt:lpstr>Objectives</vt:lpstr>
      <vt:lpstr>Tools &amp; Technologies</vt:lpstr>
      <vt:lpstr>Dataset Description</vt:lpstr>
      <vt:lpstr>Data Preprocessing</vt:lpstr>
      <vt:lpstr>Visualization: Product Category Sales</vt:lpstr>
      <vt:lpstr>Visualization: Gender-wise Sales</vt:lpstr>
      <vt:lpstr>Visualization: Age Group Sales</vt:lpstr>
      <vt:lpstr>Visualization: Quantity vs Sales</vt:lpstr>
      <vt:lpstr>Visualization: Monthly Sales Trend</vt:lpstr>
      <vt:lpstr>Key Insights</vt:lpstr>
      <vt:lpstr>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Shruti Mehan</cp:lastModifiedBy>
  <cp:revision>3</cp:revision>
  <dcterms:created xsi:type="dcterms:W3CDTF">2013-01-27T09:14:16Z</dcterms:created>
  <dcterms:modified xsi:type="dcterms:W3CDTF">2026-01-27T14:16:20Z</dcterms:modified>
  <cp:category/>
</cp:coreProperties>
</file>